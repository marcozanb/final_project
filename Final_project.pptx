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97" autoAdjust="0"/>
  </p:normalViewPr>
  <p:slideViewPr>
    <p:cSldViewPr snapToGrid="0">
      <p:cViewPr varScale="1">
        <p:scale>
          <a:sx n="71" d="100"/>
          <a:sy n="71" d="100"/>
        </p:scale>
        <p:origin x="11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14934" y="1508573"/>
            <a:ext cx="2457873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3639E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2648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4933" y="792847"/>
            <a:ext cx="9924627" cy="615553"/>
          </a:xfrm>
        </p:spPr>
        <p:txBody>
          <a:bodyPr lIns="0" tIns="0" rIns="0" bIns="0"/>
          <a:lstStyle>
            <a:lvl1pPr>
              <a:defRPr sz="4000" b="0" i="0">
                <a:solidFill>
                  <a:srgbClr val="3639E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949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4933" y="792847"/>
            <a:ext cx="9924627" cy="615553"/>
          </a:xfrm>
        </p:spPr>
        <p:txBody>
          <a:bodyPr lIns="0" tIns="0" rIns="0" bIns="0"/>
          <a:lstStyle>
            <a:lvl1pPr>
              <a:defRPr sz="4000" b="0" i="0">
                <a:solidFill>
                  <a:srgbClr val="3639E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795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DE6B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304800"/>
            <a:ext cx="355733" cy="3557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4933" y="792847"/>
            <a:ext cx="9924627" cy="615553"/>
          </a:xfrm>
        </p:spPr>
        <p:txBody>
          <a:bodyPr lIns="0" tIns="0" rIns="0" bIns="0"/>
          <a:lstStyle>
            <a:lvl1pPr>
              <a:defRPr sz="4000" b="0" i="0">
                <a:solidFill>
                  <a:srgbClr val="3639E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893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3379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6400" y="304800"/>
            <a:ext cx="355733" cy="3557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4933" y="792847"/>
            <a:ext cx="992462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639E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916" y="2819903"/>
            <a:ext cx="1079584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680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1733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7667" y="2424734"/>
            <a:ext cx="5896664" cy="20085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84801" y="4343400"/>
            <a:ext cx="188470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lang="it-IT" sz="2133" kern="0" spc="-53" dirty="0" err="1">
                <a:solidFill>
                  <a:srgbClr val="3639EB"/>
                </a:solidFill>
                <a:latin typeface="Arial Black"/>
                <a:cs typeface="Arial Black"/>
              </a:rPr>
              <a:t>Final</a:t>
            </a:r>
            <a:r>
              <a:rPr lang="it-IT" sz="2133" kern="0" spc="-53" dirty="0">
                <a:solidFill>
                  <a:srgbClr val="3639EB"/>
                </a:solidFill>
                <a:latin typeface="Arial Black"/>
                <a:cs typeface="Arial Black"/>
              </a:rPr>
              <a:t> Project</a:t>
            </a:r>
            <a:endParaRPr lang="it-IT" sz="2133" kern="0" dirty="0">
              <a:solidFill>
                <a:sysClr val="windowText" lastClr="000000"/>
              </a:solidFill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C238E-FEFE-9356-1CA3-037359FB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A4C31748-71DE-CE29-A98C-2334FC29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933" y="792847"/>
            <a:ext cx="9924627" cy="538609"/>
          </a:xfrm>
        </p:spPr>
        <p:txBody>
          <a:bodyPr/>
          <a:lstStyle/>
          <a:p>
            <a:r>
              <a:rPr lang="it-IT" sz="3500" dirty="0"/>
              <a:t>Gruppo di lavoro e oggetto del lavoro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69B19E0-F20B-135A-AC1A-857ABE344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694186"/>
            <a:ext cx="3779906" cy="3976581"/>
          </a:xfrm>
        </p:spPr>
        <p:txBody>
          <a:bodyPr/>
          <a:lstStyle/>
          <a:p>
            <a:pPr algn="ctr"/>
            <a:r>
              <a:rPr lang="it-IT" sz="2200" dirty="0">
                <a:solidFill>
                  <a:srgbClr val="3639EB"/>
                </a:solidFill>
                <a:latin typeface="Arial Black"/>
                <a:ea typeface="+mj-ea"/>
              </a:rPr>
              <a:t>Componenti</a:t>
            </a:r>
          </a:p>
          <a:p>
            <a:pPr algn="ctr"/>
            <a:endParaRPr lang="it-IT" sz="2200" dirty="0">
              <a:solidFill>
                <a:srgbClr val="3639EB"/>
              </a:solidFill>
              <a:latin typeface="Arial Black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Rachele Tenerini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Gabriel Spinelli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 err="1"/>
              <a:t>Malidu</a:t>
            </a:r>
            <a:r>
              <a:rPr lang="it-IT" sz="2400" dirty="0"/>
              <a:t> </a:t>
            </a:r>
            <a:r>
              <a:rPr lang="it-IT" sz="2400" dirty="0" err="1"/>
              <a:t>Udara</a:t>
            </a:r>
            <a:r>
              <a:rPr lang="it-IT" sz="2400" dirty="0"/>
              <a:t> </a:t>
            </a:r>
            <a:r>
              <a:rPr lang="it-IT" sz="2400" dirty="0" err="1"/>
              <a:t>Totagamuge</a:t>
            </a:r>
            <a:endParaRPr lang="it-IT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Marco Zanola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E77614F5-82B6-135C-1591-DADB63EB439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658061" y="1694187"/>
            <a:ext cx="6924339" cy="4739759"/>
          </a:xfrm>
        </p:spPr>
        <p:txBody>
          <a:bodyPr/>
          <a:lstStyle/>
          <a:p>
            <a:r>
              <a:rPr lang="en-US" sz="2200" dirty="0">
                <a:solidFill>
                  <a:srgbClr val="3639EB"/>
                </a:solidFill>
                <a:latin typeface="Arial Black"/>
                <a:ea typeface="+mj-ea"/>
              </a:rPr>
              <a:t>Track 2: freelance open track</a:t>
            </a:r>
          </a:p>
          <a:p>
            <a:endParaRPr lang="en-US" sz="2200" dirty="0">
              <a:solidFill>
                <a:srgbClr val="3639EB"/>
              </a:solidFill>
              <a:latin typeface="Arial Black"/>
              <a:ea typeface="+mj-ea"/>
            </a:endParaRPr>
          </a:p>
          <a:p>
            <a:pPr fontAlgn="base"/>
            <a:r>
              <a:rPr lang="it-IT" sz="2400" b="1" dirty="0" err="1"/>
              <a:t>Brazilian</a:t>
            </a:r>
            <a:r>
              <a:rPr lang="it-IT" sz="2400" b="1" dirty="0"/>
              <a:t> E-Commerce Public Dataset by </a:t>
            </a:r>
            <a:r>
              <a:rPr lang="it-IT" sz="2400" b="1" dirty="0" err="1"/>
              <a:t>Olist</a:t>
            </a:r>
            <a:endParaRPr lang="it-IT" sz="2400" b="1" dirty="0"/>
          </a:p>
          <a:p>
            <a:pPr fontAlgn="base"/>
            <a:endParaRPr lang="it-IT" sz="2400" b="1" dirty="0"/>
          </a:p>
          <a:p>
            <a:pPr fontAlgn="base"/>
            <a:r>
              <a:rPr lang="it-IT" b="1" dirty="0"/>
              <a:t>https://www.kaggle.com/datasets/olistbr/brazilian-ecommerce</a:t>
            </a:r>
          </a:p>
          <a:p>
            <a:pPr fontAlgn="base"/>
            <a:endParaRPr lang="it-IT" sz="2400" b="1" dirty="0"/>
          </a:p>
          <a:p>
            <a:endParaRPr lang="en-US" sz="2200" dirty="0">
              <a:solidFill>
                <a:srgbClr val="3639EB"/>
              </a:solidFill>
              <a:latin typeface="Arial Black"/>
              <a:ea typeface="+mj-ea"/>
            </a:endParaRPr>
          </a:p>
          <a:p>
            <a:endParaRPr lang="en-US" sz="2200" dirty="0">
              <a:solidFill>
                <a:srgbClr val="3639EB"/>
              </a:solidFill>
              <a:latin typeface="Arial Black"/>
              <a:ea typeface="+mj-ea"/>
            </a:endParaRPr>
          </a:p>
          <a:p>
            <a:endParaRPr lang="en-US" sz="2200" dirty="0">
              <a:solidFill>
                <a:srgbClr val="3639EB"/>
              </a:solidFill>
              <a:latin typeface="Arial Black"/>
              <a:ea typeface="+mj-ea"/>
            </a:endParaRP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585716B-2EDA-E6A2-D041-D9AE0E8F6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274" y="3926541"/>
            <a:ext cx="1348571" cy="134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18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FD960-AB26-4325-44D4-B05D6DD40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F399A3E7-A3C6-ABC9-3B11-DED01156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problema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A0BD8F3-B879-1409-0E06-55ED191AB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1577340"/>
            <a:ext cx="9233647" cy="3600986"/>
          </a:xfrm>
        </p:spPr>
        <p:txBody>
          <a:bodyPr/>
          <a:lstStyle/>
          <a:p>
            <a:endParaRPr lang="it-IT" dirty="0"/>
          </a:p>
          <a:p>
            <a:endParaRPr lang="it-IT" dirty="0"/>
          </a:p>
          <a:p>
            <a:r>
              <a:rPr lang="it-IT" dirty="0"/>
              <a:t>  Collegamento fra i vari </a:t>
            </a:r>
            <a:r>
              <a:rPr lang="it-IT" dirty="0" err="1"/>
              <a:t>datadset</a:t>
            </a:r>
            <a:r>
              <a:rPr lang="it-IT" dirty="0"/>
              <a:t> con unione di quelli rilevanti e usufruibili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/>
              <a:t>Traduzione e conversione dal Portoghese _____Python :Web </a:t>
            </a:r>
            <a:r>
              <a:rPr lang="it-IT" dirty="0" err="1"/>
              <a:t>scraping</a:t>
            </a:r>
            <a:r>
              <a:rPr lang="it-IT" dirty="0"/>
              <a:t> e API</a:t>
            </a:r>
          </a:p>
          <a:p>
            <a:pPr marL="285750" indent="-285750">
              <a:buFontTx/>
              <a:buChar char="-"/>
            </a:pP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78908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AAECB-2C2A-D12D-D1C2-02E9A4185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3D06822A-4D47-4B9A-0015-D369DF703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L’oggetto del lavoro e l’obbiettivo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3F753B8-2CF8-CAF3-D2B6-33CD70BB67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6F87302B-5C99-5ED4-F397-4958B928A718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0934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639E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Lucida Sans Unicode</vt:lpstr>
      <vt:lpstr>Office Theme</vt:lpstr>
      <vt:lpstr>Presentazione standard di PowerPoint</vt:lpstr>
      <vt:lpstr>Gruppo di lavoro e oggetto del lavoro</vt:lpstr>
      <vt:lpstr>Il problema</vt:lpstr>
      <vt:lpstr>L’oggetto del lavoro e l’obbiettivo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Zanola</dc:creator>
  <cp:lastModifiedBy>Marco Zanola</cp:lastModifiedBy>
  <cp:revision>1</cp:revision>
  <dcterms:created xsi:type="dcterms:W3CDTF">2026-02-25T08:47:37Z</dcterms:created>
  <dcterms:modified xsi:type="dcterms:W3CDTF">2026-02-25T09:20:08Z</dcterms:modified>
</cp:coreProperties>
</file>